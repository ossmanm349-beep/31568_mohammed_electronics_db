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FD6D-0781-BADE-D467-070904266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D951B-BFCC-AE43-4FBD-C2E6331CA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46164-98E5-4382-77B4-2F6DFB8A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8249-1E12-F664-691E-ECE69D7F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BC1E6-9246-493C-E371-05484A91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50320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3C405-A722-CFAF-BB7B-A18A54EF7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CEC5E-701E-476F-1AF7-5BEE8CE1A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030F6-4E4E-7D2C-A038-A3E440CD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6B38B-7BF0-B17D-1F8A-F08DFF5D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65D31-215E-3516-9197-4750C187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1994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A932-46D5-EA3C-E4D3-2FA2550C0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34347-3DAB-3B40-39B0-89CB42F96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DBAA7-283B-13A6-C33F-4F324825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844D0-3FD6-052A-ED6F-87E9903A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2015-599F-C0CE-C1DA-513E8F04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1268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B0EA-9A7D-D78A-D5D2-1FAB0438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7243-5AF7-C875-43D4-9807E4058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68403-FBA2-E9D0-ACD3-154C53938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E7896-E1E0-6739-B400-DC29A7D1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FF7CA-70A8-A181-CCD1-C5EBA095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D6C7E-E0EC-DF9C-0071-57F317AE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8947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C08D5-6B6E-85D9-C64C-32DC35DA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81FA2-7C27-716C-D7F0-9BC25A389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A5620-ED49-20F0-266F-FA020C67E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C6376-5027-90E4-BAEB-75170670C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60A97F-CC2A-1455-9EA6-8EB2B9357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DDD4C-793E-3282-C031-17E0F55A7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55014-4553-1BC0-C9F1-91F8EF36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CF02B-ECCA-4FFF-01FB-0D7359C9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0084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86AC7-7D35-EDFD-9612-E00A57CC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ED8E5-918A-EEE7-9F76-ADA53694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83F2B-ABF3-6036-393D-B7707A76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EA87D-15DD-05F9-9611-4ECCA895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6099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E3725-7C14-3D6D-7552-3A27692F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345557-5EAB-D277-91EE-E19AD1C3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A440A-1BC2-CA92-A8B9-60D51A9A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2430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9D68-0E0B-BE65-79A1-7446A0D82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27F82-C336-84DB-757A-88425B37E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B76A5-20DE-4B5C-3EC2-E5F4A2825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E06CB-1E92-F776-5F80-7E379889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AA4E5-BC6C-D754-A4AC-B60EF631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BC0D7-C401-75CB-0B7B-29766946C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6524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49D5-6E0F-268E-E0AA-A4DF22E6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9CEA1-C7F2-2BD7-B08A-26E6CC25E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AB92E-0498-D84F-DDE4-996CC6741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F6802-436E-CFCA-9DBB-7255113D7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6FF1F-81A9-9BBE-9E1B-0B819019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3DC2A-8D53-E6D4-4266-AB3B67B3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37253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192E-B317-6C6C-0AA9-C08E9662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8DB06-38B2-E694-D7B8-8B8D08C33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A8D89-49D7-9C6A-B79C-302C91FF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23AFF-7237-42FF-BEA9-4C35AD12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280E-068E-A192-D2E6-E9FCA262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5000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FD78AB-4889-9B59-DBDF-667582E5F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86854-71BE-EB41-AC09-8703E4E53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243A0-35D4-69DA-05CB-E879E6A1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1E05C-C19B-73FC-09CA-EDCB82FE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3CEE2-72F0-4411-C7B0-F6C6B877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1707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7F59A-2877-3E24-AAEF-3084BAE3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84987-9D66-269C-C4E7-E918A54E9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A696F-8F33-DA24-4B55-AB3DF7B3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4105A-4C92-4106-9642-5677CF10DC6A}" type="datetimeFigureOut">
              <a:rPr lang="ar-SA" smtClean="0"/>
              <a:t>20/01/1448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2016C-6BC8-310A-5118-8C0EB391E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20CB7-EA10-84EB-1476-25F0E5678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D8FB9-7398-403F-8DF0-2DB7282536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59051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735F-1144-4B3B-D1C7-FD7256325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1987" y="1122362"/>
            <a:ext cx="9144000" cy="4019909"/>
          </a:xfrm>
        </p:spPr>
        <p:txBody>
          <a:bodyPr>
            <a:normAutofit/>
          </a:bodyPr>
          <a:lstStyle/>
          <a:p>
            <a:pPr algn="l"/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Project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lang="ar-SA" sz="24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Electronics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Shop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Database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br>
              <a:rPr lang="ar-SA" sz="2400" b="1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ar-SA" sz="2400" b="1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Course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lang="ar-SA" sz="24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DPR400210 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Database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Programming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Final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Exam</a:t>
            </a:r>
            <a:r>
              <a:rPr lang="en-US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br>
              <a:rPr lang="en-US" sz="2400" b="1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ar-SA" sz="2400" b="1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Done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lang="ar-SA" sz="24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31568/2025</a:t>
            </a:r>
            <a:br>
              <a:rPr lang="en-US" sz="2400" b="1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sz="2400" b="1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A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simple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manage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sales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stock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electronics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shop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instead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using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paper</a:t>
            </a:r>
            <a:br>
              <a:rPr lang="en-US" sz="240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ar-SA" sz="2400" b="1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ar-SA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A0D3F-2F39-4544-D295-0FBD0DE762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524000" y="6479458"/>
            <a:ext cx="9144000" cy="127819"/>
          </a:xfrm>
        </p:spPr>
        <p:txBody>
          <a:bodyPr>
            <a:normAutofit fontScale="25000" lnSpcReduction="20000"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1633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20E5A-5B5D-C58D-AA5C-80C220A2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646" y="266803"/>
            <a:ext cx="10515600" cy="1325563"/>
          </a:xfrm>
        </p:spPr>
        <p:txBody>
          <a:bodyPr>
            <a:normAutofit/>
          </a:bodyPr>
          <a:lstStyle/>
          <a:p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Problems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FD3D-100D-D33B-8451-9E62DB5C2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23" y="1690688"/>
            <a:ext cx="10515600" cy="4351338"/>
          </a:xfrm>
        </p:spPr>
        <p:txBody>
          <a:bodyPr/>
          <a:lstStyle/>
          <a:p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Paper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work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has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too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many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mistakes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calculations</a:t>
            </a:r>
            <a:endParaRPr lang="ar-SA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Hard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know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many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phones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laptops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are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left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stock</a:t>
            </a:r>
            <a:endParaRPr lang="ar-SA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No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security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during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weekends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public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holidays</a:t>
            </a:r>
            <a:endParaRPr lang="ar-SA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GB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ar-SA" b="1" err="1">
                <a:latin typeface="Helvetica" panose="020B0604020202020204" pitchFamily="34" charset="0"/>
                <a:cs typeface="Helvetica" panose="020B0604020202020204" pitchFamily="34" charset="0"/>
              </a:rPr>
              <a:t>Who</a:t>
            </a:r>
            <a:r>
              <a:rPr lang="ar-SA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b="1" err="1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lang="ar-SA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b="1" err="1">
                <a:latin typeface="Helvetica" panose="020B0604020202020204" pitchFamily="34" charset="0"/>
                <a:cs typeface="Helvetica" panose="020B0604020202020204" pitchFamily="34" charset="0"/>
              </a:rPr>
              <a:t>use</a:t>
            </a:r>
            <a:r>
              <a:rPr lang="ar-SA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b="1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ar-SA" b="1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n-U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GB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Shop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owner</a:t>
            </a:r>
            <a:endParaRPr lang="ar-SA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Sales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manager</a:t>
            </a:r>
            <a:endParaRPr lang="ar-SA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Store</a:t>
            </a:r>
            <a:r>
              <a:rPr lang="ar-SA" sz="24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400" err="1">
                <a:latin typeface="Helvetica" panose="020B0604020202020204" pitchFamily="34" charset="0"/>
                <a:cs typeface="Helvetica" panose="020B0604020202020204" pitchFamily="34" charset="0"/>
              </a:rPr>
              <a:t>keeper</a:t>
            </a:r>
            <a:endParaRPr lang="ar-SA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03088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8483-5811-42BF-DFCF-522204DF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My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-SA" sz="2800" b="1" err="1">
                <a:latin typeface="Helvetica" panose="020B0604020202020204" pitchFamily="34" charset="0"/>
                <a:cs typeface="Helvetica" panose="020B0604020202020204" pitchFamily="34" charset="0"/>
              </a:rPr>
              <a:t>Goals</a:t>
            </a:r>
            <a:r>
              <a:rPr lang="ar-SA" sz="2800" b="1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95F07-16DA-E9F7-49E7-E736F2F5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r-SA" sz="2400" err="1"/>
              <a:t>Create</a:t>
            </a:r>
            <a:r>
              <a:rPr lang="ar-SA" sz="2400"/>
              <a:t> a </a:t>
            </a:r>
            <a:r>
              <a:rPr lang="ar-SA" sz="2400" err="1"/>
              <a:t>clean</a:t>
            </a:r>
            <a:r>
              <a:rPr lang="ar-SA" sz="2400"/>
              <a:t> </a:t>
            </a:r>
            <a:r>
              <a:rPr lang="ar-SA" sz="2400" err="1"/>
              <a:t>database</a:t>
            </a:r>
            <a:r>
              <a:rPr lang="ar-SA" sz="2400"/>
              <a:t> </a:t>
            </a:r>
            <a:r>
              <a:rPr lang="ar-SA" sz="2400" err="1"/>
              <a:t>up</a:t>
            </a:r>
            <a:r>
              <a:rPr lang="ar-SA" sz="2400"/>
              <a:t> </a:t>
            </a:r>
            <a:r>
              <a:rPr lang="ar-SA" sz="2400" err="1"/>
              <a:t>to</a:t>
            </a:r>
            <a:r>
              <a:rPr lang="ar-SA" sz="2400"/>
              <a:t> 3NF </a:t>
            </a:r>
            <a:r>
              <a:rPr lang="ar-SA" sz="2400" err="1"/>
              <a:t>standard</a:t>
            </a:r>
            <a:endParaRPr lang="ar-SA" sz="2400"/>
          </a:p>
          <a:p>
            <a:r>
              <a:rPr lang="ar-SA" sz="2400" err="1"/>
              <a:t>Write</a:t>
            </a:r>
            <a:r>
              <a:rPr lang="ar-SA" sz="2400"/>
              <a:t> SQL </a:t>
            </a:r>
            <a:r>
              <a:rPr lang="ar-SA" sz="2400" err="1"/>
              <a:t>and</a:t>
            </a:r>
            <a:r>
              <a:rPr lang="ar-SA" sz="2400"/>
              <a:t> PL/SQL </a:t>
            </a:r>
            <a:r>
              <a:rPr lang="ar-SA" sz="2400" err="1"/>
              <a:t>codes</a:t>
            </a:r>
            <a:r>
              <a:rPr lang="ar-SA" sz="2400"/>
              <a:t> </a:t>
            </a:r>
            <a:r>
              <a:rPr lang="ar-SA" sz="2400" err="1"/>
              <a:t>Procedures</a:t>
            </a:r>
            <a:r>
              <a:rPr lang="ar-SA" sz="2400"/>
              <a:t> </a:t>
            </a:r>
            <a:r>
              <a:rPr lang="ar-SA" sz="2400" err="1"/>
              <a:t>and</a:t>
            </a:r>
            <a:r>
              <a:rPr lang="ar-SA" sz="2400"/>
              <a:t> </a:t>
            </a:r>
            <a:r>
              <a:rPr lang="ar-SA" sz="2400" err="1"/>
              <a:t>Triggers</a:t>
            </a:r>
            <a:r>
              <a:rPr lang="ar-SA" sz="2400"/>
              <a:t> </a:t>
            </a:r>
            <a:r>
              <a:rPr lang="ar-SA" sz="2400" err="1"/>
              <a:t>to</a:t>
            </a:r>
            <a:r>
              <a:rPr lang="ar-SA" sz="2400"/>
              <a:t> </a:t>
            </a:r>
            <a:r>
              <a:rPr lang="ar-SA" sz="2400" err="1"/>
              <a:t>run</a:t>
            </a:r>
            <a:r>
              <a:rPr lang="ar-SA" sz="2400"/>
              <a:t> </a:t>
            </a:r>
            <a:r>
              <a:rPr lang="ar-SA" sz="2400" err="1"/>
              <a:t>the</a:t>
            </a:r>
            <a:r>
              <a:rPr lang="ar-SA" sz="2400"/>
              <a:t> </a:t>
            </a:r>
            <a:r>
              <a:rPr lang="ar-SA" sz="2400" err="1"/>
              <a:t>shop</a:t>
            </a:r>
            <a:r>
              <a:rPr lang="ar-SA" sz="2400"/>
              <a:t> </a:t>
            </a:r>
            <a:r>
              <a:rPr lang="ar-SA" sz="2400" err="1"/>
              <a:t>rules</a:t>
            </a:r>
            <a:endParaRPr lang="ar-SA" sz="2400"/>
          </a:p>
          <a:p>
            <a:r>
              <a:rPr lang="ar-SA" sz="2400" err="1"/>
              <a:t>Trace</a:t>
            </a:r>
            <a:r>
              <a:rPr lang="ar-SA" sz="2400"/>
              <a:t> </a:t>
            </a:r>
            <a:r>
              <a:rPr lang="ar-SA" sz="2400" err="1"/>
              <a:t>user</a:t>
            </a:r>
            <a:r>
              <a:rPr lang="ar-SA" sz="2400"/>
              <a:t> </a:t>
            </a:r>
            <a:r>
              <a:rPr lang="ar-SA" sz="2400" err="1"/>
              <a:t>actions</a:t>
            </a:r>
            <a:r>
              <a:rPr lang="ar-SA" sz="2400"/>
              <a:t> </a:t>
            </a:r>
            <a:r>
              <a:rPr lang="ar-SA" sz="2400" err="1"/>
              <a:t>and</a:t>
            </a:r>
            <a:r>
              <a:rPr lang="ar-SA" sz="2400"/>
              <a:t> </a:t>
            </a:r>
            <a:r>
              <a:rPr lang="ar-SA" sz="2400" err="1"/>
              <a:t>secure</a:t>
            </a:r>
            <a:r>
              <a:rPr lang="ar-SA" sz="2400"/>
              <a:t> </a:t>
            </a:r>
            <a:r>
              <a:rPr lang="ar-SA" sz="2400" err="1"/>
              <a:t>the</a:t>
            </a:r>
            <a:r>
              <a:rPr lang="ar-SA" sz="2400"/>
              <a:t> </a:t>
            </a:r>
            <a:r>
              <a:rPr lang="ar-SA" sz="2400" err="1"/>
              <a:t>system</a:t>
            </a:r>
            <a:r>
              <a:rPr lang="ar-SA" sz="2400"/>
              <a:t> </a:t>
            </a:r>
            <a:r>
              <a:rPr lang="ar-SA" sz="2400" err="1"/>
              <a:t>Auditing</a:t>
            </a:r>
            <a:endParaRPr lang="ar-SA" sz="2400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ar-SA" b="1" err="1">
                <a:latin typeface="Helvetica" panose="020B0604020202020204" pitchFamily="34" charset="0"/>
                <a:cs typeface="Helvetica" panose="020B0604020202020204" pitchFamily="34" charset="0"/>
              </a:rPr>
              <a:t>Benefits</a:t>
            </a:r>
            <a:r>
              <a:rPr lang="ar-SA" b="1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n-U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GB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ar-SA" sz="2400" err="1"/>
              <a:t>No</a:t>
            </a:r>
            <a:r>
              <a:rPr lang="ar-SA" sz="2400"/>
              <a:t> </a:t>
            </a:r>
            <a:r>
              <a:rPr lang="ar-SA" sz="2400" err="1"/>
              <a:t>more</a:t>
            </a:r>
            <a:r>
              <a:rPr lang="ar-SA" sz="2400"/>
              <a:t> </a:t>
            </a:r>
            <a:r>
              <a:rPr lang="ar-SA" sz="2400" err="1"/>
              <a:t>lost</a:t>
            </a:r>
            <a:r>
              <a:rPr lang="ar-SA" sz="2400"/>
              <a:t> </a:t>
            </a:r>
            <a:r>
              <a:rPr lang="ar-SA" sz="2400" err="1"/>
              <a:t>data</a:t>
            </a:r>
            <a:r>
              <a:rPr lang="ar-SA" sz="2400"/>
              <a:t> </a:t>
            </a:r>
            <a:r>
              <a:rPr lang="ar-SA" sz="2400" err="1"/>
              <a:t>or</a:t>
            </a:r>
            <a:r>
              <a:rPr lang="ar-SA" sz="2400"/>
              <a:t> </a:t>
            </a:r>
            <a:r>
              <a:rPr lang="ar-SA" sz="2400" err="1"/>
              <a:t>calculation</a:t>
            </a:r>
            <a:r>
              <a:rPr lang="ar-SA" sz="2400"/>
              <a:t> </a:t>
            </a:r>
            <a:r>
              <a:rPr lang="ar-SA" sz="2400" err="1"/>
              <a:t>errors</a:t>
            </a:r>
            <a:endParaRPr lang="ar-SA" sz="2400"/>
          </a:p>
          <a:p>
            <a:r>
              <a:rPr lang="ar-SA" sz="2400" err="1"/>
              <a:t>Easy</a:t>
            </a:r>
            <a:r>
              <a:rPr lang="ar-SA" sz="2400"/>
              <a:t> </a:t>
            </a:r>
            <a:r>
              <a:rPr lang="ar-SA" sz="2400" err="1"/>
              <a:t>to</a:t>
            </a:r>
            <a:r>
              <a:rPr lang="ar-SA" sz="2400"/>
              <a:t> </a:t>
            </a:r>
            <a:r>
              <a:rPr lang="ar-SA" sz="2400" err="1"/>
              <a:t>see</a:t>
            </a:r>
            <a:r>
              <a:rPr lang="ar-SA" sz="2400"/>
              <a:t> </a:t>
            </a:r>
            <a:r>
              <a:rPr lang="ar-SA" sz="2400" err="1"/>
              <a:t>sales</a:t>
            </a:r>
            <a:r>
              <a:rPr lang="ar-SA" sz="2400"/>
              <a:t> </a:t>
            </a:r>
            <a:r>
              <a:rPr lang="ar-SA" sz="2400" err="1"/>
              <a:t>reports</a:t>
            </a:r>
            <a:r>
              <a:rPr lang="ar-SA" sz="2400"/>
              <a:t> </a:t>
            </a:r>
            <a:r>
              <a:rPr lang="ar-SA" sz="2400" err="1"/>
              <a:t>using</a:t>
            </a:r>
            <a:r>
              <a:rPr lang="ar-SA" sz="2400"/>
              <a:t> </a:t>
            </a:r>
            <a:r>
              <a:rPr lang="ar-SA" sz="2400" err="1"/>
              <a:t>Power</a:t>
            </a:r>
            <a:r>
              <a:rPr lang="ar-SA" sz="2400"/>
              <a:t> BI </a:t>
            </a:r>
            <a:r>
              <a:rPr lang="ar-SA" sz="2400" err="1"/>
              <a:t>dashboards</a:t>
            </a:r>
            <a:r>
              <a:rPr lang="ar-SA" sz="2400"/>
              <a:t> </a:t>
            </a:r>
          </a:p>
          <a:p>
            <a:pPr marL="0" indent="0">
              <a:buNone/>
            </a:pPr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2696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141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Office Theme</vt:lpstr>
      <vt:lpstr>Project: Electronics Shop Database System  Course: DPR400210  Database Programming Final Exam   Done by: 31568/2025  What it is: A simple system to manage sales and stock for an electronics shop instead of using paper  </vt:lpstr>
      <vt:lpstr>The Problems we have:</vt:lpstr>
      <vt:lpstr>My Goals: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2026-07-05T16:47:18Z</dcterms:created>
  <dcterms:modified xsi:type="dcterms:W3CDTF">2026-07-05T17:42:50Z</dcterms:modified>
</cp:coreProperties>
</file>